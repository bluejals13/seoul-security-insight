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3" roundtripDataSignature="AMtx7miF7oMrvY6oQzIhK8/6j3pa+FqN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프로젝트 소개</a:t>
            </a:r>
            <a:endParaRPr/>
          </a:p>
        </p:txBody>
      </p:sp>
      <p:sp>
        <p:nvSpPr>
          <p:cNvPr id="85" name="Google Shape;85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프로젝트 제목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팀명 및 팀원 소개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주제 선정 이유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 수집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데이터 출처 및 수집 방식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사용한 기술: requests, BeautifulSoup, Selenium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 전처리 및 분석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주요 컬럼 설명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데이터 정제 및 가공 방법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분석 목적 및 접근 방식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시각화 결과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주요 분석 결과 시각화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시각화 결과 해석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인사이트 도출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Streamlit 대시보드 구성</a:t>
            </a:r>
            <a:endParaRPr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대시보드 UI 구조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주요 기능 및 상호작용 요소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구현 화면 캡처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프로젝트 수행 후기</a:t>
            </a:r>
            <a:endParaRPr/>
          </a:p>
        </p:txBody>
      </p:sp>
      <p:sp>
        <p:nvSpPr>
          <p:cNvPr id="115" name="Google Shape;115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어려웠던 점 &amp; 해결 방법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배운 점 및 느낀 점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개선하고 싶은 점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Q&amp;A 및 데모 시연</a:t>
            </a:r>
            <a:endParaRPr/>
          </a:p>
        </p:txBody>
      </p:sp>
      <p:sp>
        <p:nvSpPr>
          <p:cNvPr id="121" name="Google Shape;121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Streamlit 시연 링크 또는 영상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질문 응답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